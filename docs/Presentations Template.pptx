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8" r:id="rId2"/>
    <p:sldId id="257" r:id="rId3"/>
    <p:sldId id="271" r:id="rId4"/>
    <p:sldId id="296" r:id="rId5"/>
    <p:sldId id="283" r:id="rId6"/>
    <p:sldId id="298" r:id="rId7"/>
    <p:sldId id="284" r:id="rId8"/>
    <p:sldId id="286" r:id="rId9"/>
    <p:sldId id="29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56C4E65-D334-4B31-ADA9-454C7A1190EE}">
          <p14:sldIdLst>
            <p14:sldId id="258"/>
            <p14:sldId id="257"/>
            <p14:sldId id="271"/>
            <p14:sldId id="296"/>
            <p14:sldId id="283"/>
            <p14:sldId id="298"/>
            <p14:sldId id="284"/>
            <p14:sldId id="286"/>
            <p14:sldId id="29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477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0A1D80-9E97-45C7-9957-52A927ACCA3A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B372F2-0A20-4196-ADAE-C7416BBFA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3186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Undergraduate Final Year Design Project Presentation (Progress or Final, choose one)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F9BE2-B59B-40AF-8442-47BAD161B6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5273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Undergraduate Final Year Design Project Presentation (Progress or Final, choose one)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F9BE2-B59B-40AF-8442-47BAD161B6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2242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Undergraduate Final Year Design Project Presentation (Progress or Final, choose one)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F9BE2-B59B-40AF-8442-47BAD161B6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08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Undergraduate Final Year Design Project Presentation (Progress or Final, choose one)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F9BE2-B59B-40AF-8442-47BAD161B6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5422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Undergraduate Final Year Design Project Presentation (Progress or Final, choose one)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F9BE2-B59B-40AF-8442-47BAD161B6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7217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Undergraduate Final Year Design Project Presentation (Progress or Final, choose one)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F9BE2-B59B-40AF-8442-47BAD161B6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0906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Undergraduate Final Year Design Project Presentation (Progress or Final, choose one)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F9BE2-B59B-40AF-8442-47BAD161B6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814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Undergraduate Final Year Design Project Presentation (Progress or Final, choose one)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F9BE2-B59B-40AF-8442-47BAD161B6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0417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Undergraduate Final Year Design Project Presentation (Progress or Final, choose one)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F9BE2-B59B-40AF-8442-47BAD161B6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2059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Undergraduate Final Year Design Project Presentation (Progress or Final, choose one)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F9BE2-B59B-40AF-8442-47BAD161B6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143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Undergraduate Final Year Design Project Presentation (Progress or Final, choose one)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F9BE2-B59B-40AF-8442-47BAD161B6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1839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Undergraduate Final Year Design Project Presentation (Progress or Final, choose one)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7F9BE2-B59B-40AF-8442-47BAD161B6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136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495" r="95477"/>
          <a:stretch/>
        </p:blipFill>
        <p:spPr>
          <a:xfrm>
            <a:off x="-179544" y="0"/>
            <a:ext cx="630306" cy="685799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568542" y="4871949"/>
            <a:ext cx="760395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Department of Electrical Engineering,</a:t>
            </a:r>
          </a:p>
          <a:p>
            <a:pPr algn="ctr"/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University of Engineering and Technology Lahore</a:t>
            </a:r>
          </a:p>
          <a:p>
            <a:pPr algn="ctr"/>
            <a:endParaRPr lang="en-US" sz="2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sz="1700" dirty="0">
                <a:solidFill>
                  <a:schemeClr val="bg1">
                    <a:lumMod val="50000"/>
                  </a:schemeClr>
                </a:solidFill>
              </a:rPr>
              <a:t>Month Date, Year</a:t>
            </a:r>
          </a:p>
        </p:txBody>
      </p:sp>
      <p:sp>
        <p:nvSpPr>
          <p:cNvPr id="8" name="Title 1"/>
          <p:cNvSpPr>
            <a:spLocks noGrp="1"/>
          </p:cNvSpPr>
          <p:nvPr>
            <p:ph type="ctrTitle"/>
          </p:nvPr>
        </p:nvSpPr>
        <p:spPr>
          <a:xfrm>
            <a:off x="714420" y="1515630"/>
            <a:ext cx="11143759" cy="2235262"/>
          </a:xfrm>
        </p:spPr>
        <p:txBody>
          <a:bodyPr anchor="ctr" anchorCtr="0">
            <a:normAutofit/>
          </a:bodyPr>
          <a:lstStyle/>
          <a:p>
            <a:r>
              <a:rPr lang="en-US" sz="4800" dirty="0">
                <a:solidFill>
                  <a:srgbClr val="1E477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2315879" y="784401"/>
            <a:ext cx="7772400" cy="461665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FYDP Group No.: xx</a:t>
            </a:r>
          </a:p>
        </p:txBody>
      </p:sp>
      <p:sp>
        <p:nvSpPr>
          <p:cNvPr id="10" name="Subtitle 2"/>
          <p:cNvSpPr txBox="1">
            <a:spLocks/>
          </p:cNvSpPr>
          <p:nvPr/>
        </p:nvSpPr>
        <p:spPr>
          <a:xfrm>
            <a:off x="2484321" y="4035592"/>
            <a:ext cx="7772400" cy="4616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Supervisor: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6CB914-92E3-4770-AD65-92CA6ECC30B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4976" y="6421667"/>
            <a:ext cx="4069701" cy="365125"/>
          </a:xfrm>
        </p:spPr>
        <p:txBody>
          <a:bodyPr/>
          <a:lstStyle/>
          <a:p>
            <a:r>
              <a:rPr lang="en-US"/>
              <a:t>Undergraduate Final Year Design Project Presentation (Progress or Final, choose one)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63C7A5-4ECE-4138-8605-4B526ACA8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94368" y="6430998"/>
            <a:ext cx="2743200" cy="365125"/>
          </a:xfrm>
        </p:spPr>
        <p:txBody>
          <a:bodyPr/>
          <a:lstStyle/>
          <a:p>
            <a:fld id="{4B7F9BE2-B59B-40AF-8442-47BAD161B662}" type="slidenum">
              <a:rPr lang="en-US" smtClean="0"/>
              <a:t>1</a:t>
            </a:fld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39EC81E-890B-431D-ABBF-686DE418974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4877" y="188954"/>
            <a:ext cx="842171" cy="847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3369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495" r="95477"/>
          <a:stretch/>
        </p:blipFill>
        <p:spPr>
          <a:xfrm>
            <a:off x="-179544" y="0"/>
            <a:ext cx="630306" cy="6857999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ctrTitle"/>
          </p:nvPr>
        </p:nvSpPr>
        <p:spPr>
          <a:xfrm>
            <a:off x="746974" y="483119"/>
            <a:ext cx="4885385" cy="758662"/>
          </a:xfrm>
        </p:spPr>
        <p:txBody>
          <a:bodyPr anchor="ctr" anchorCtr="0">
            <a:normAutofit fontScale="90000"/>
          </a:bodyPr>
          <a:lstStyle/>
          <a:p>
            <a:pPr algn="just"/>
            <a:r>
              <a:rPr lang="en-US" sz="4800" dirty="0">
                <a:solidFill>
                  <a:srgbClr val="1E477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 Introduction</a:t>
            </a:r>
          </a:p>
        </p:txBody>
      </p:sp>
      <p:sp>
        <p:nvSpPr>
          <p:cNvPr id="10" name="Subtitle 2"/>
          <p:cNvSpPr txBox="1">
            <a:spLocks/>
          </p:cNvSpPr>
          <p:nvPr/>
        </p:nvSpPr>
        <p:spPr>
          <a:xfrm>
            <a:off x="1217433" y="1929856"/>
            <a:ext cx="5303949" cy="13852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name Last name (Group Leader)</a:t>
            </a:r>
          </a:p>
          <a:p>
            <a:pPr algn="just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20xx-EE-0xx</a:t>
            </a:r>
          </a:p>
          <a:p>
            <a:pPr algn="just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Specialization:</a:t>
            </a:r>
          </a:p>
        </p:txBody>
      </p:sp>
      <p:sp>
        <p:nvSpPr>
          <p:cNvPr id="17" name="Subtitle 2"/>
          <p:cNvSpPr txBox="1">
            <a:spLocks/>
          </p:cNvSpPr>
          <p:nvPr/>
        </p:nvSpPr>
        <p:spPr>
          <a:xfrm>
            <a:off x="1217433" y="3726212"/>
            <a:ext cx="4688845" cy="13852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name Last name</a:t>
            </a:r>
          </a:p>
          <a:p>
            <a:pPr algn="just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20xx-EE-0xx</a:t>
            </a:r>
          </a:p>
          <a:p>
            <a:pPr algn="just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Specialization: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4877" y="188954"/>
            <a:ext cx="842171" cy="847135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F45FAAC-C329-4D41-86EE-F09A19B73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94370" y="6430998"/>
            <a:ext cx="2743200" cy="365125"/>
          </a:xfrm>
        </p:spPr>
        <p:txBody>
          <a:bodyPr/>
          <a:lstStyle/>
          <a:p>
            <a:fld id="{4B7F9BE2-B59B-40AF-8442-47BAD161B662}" type="slidenum">
              <a:rPr lang="en-US" smtClean="0"/>
              <a:t>2</a:t>
            </a:fld>
            <a:endParaRPr lang="en-US" dirty="0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5BAC94B7-7ECC-470B-9A07-F1E70CF24314}"/>
              </a:ext>
            </a:extLst>
          </p:cNvPr>
          <p:cNvSpPr txBox="1">
            <a:spLocks/>
          </p:cNvSpPr>
          <p:nvPr/>
        </p:nvSpPr>
        <p:spPr>
          <a:xfrm>
            <a:off x="7198361" y="1929856"/>
            <a:ext cx="4688845" cy="13852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name Last name</a:t>
            </a:r>
          </a:p>
          <a:p>
            <a:pPr algn="just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20xx-EE-0xx</a:t>
            </a:r>
          </a:p>
          <a:p>
            <a:pPr algn="just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Specialization: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01D28ACB-9627-4C76-AC88-F1466D4A615F}"/>
              </a:ext>
            </a:extLst>
          </p:cNvPr>
          <p:cNvSpPr txBox="1">
            <a:spLocks/>
          </p:cNvSpPr>
          <p:nvPr/>
        </p:nvSpPr>
        <p:spPr>
          <a:xfrm>
            <a:off x="7198361" y="3726212"/>
            <a:ext cx="4688845" cy="13852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name Last name</a:t>
            </a:r>
          </a:p>
          <a:p>
            <a:pPr algn="just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20xx-EE-0xx</a:t>
            </a:r>
          </a:p>
          <a:p>
            <a:pPr algn="just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Specialization:</a:t>
            </a:r>
          </a:p>
        </p:txBody>
      </p:sp>
      <p:sp>
        <p:nvSpPr>
          <p:cNvPr id="15" name="Date Placeholder 1">
            <a:extLst>
              <a:ext uri="{FF2B5EF4-FFF2-40B4-BE49-F238E27FC236}">
                <a16:creationId xmlns:a16="http://schemas.microsoft.com/office/drawing/2014/main" id="{E1C4B056-CE37-4DBD-89BF-424E4A849F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4976" y="6421667"/>
            <a:ext cx="4069701" cy="365125"/>
          </a:xfrm>
        </p:spPr>
        <p:txBody>
          <a:bodyPr/>
          <a:lstStyle/>
          <a:p>
            <a:r>
              <a:rPr lang="en-US"/>
              <a:t>Undergraduate Final Year Design Project Presentation (Progress or Final, choose one)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2970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495" r="95477"/>
          <a:stretch/>
        </p:blipFill>
        <p:spPr>
          <a:xfrm>
            <a:off x="-179544" y="0"/>
            <a:ext cx="630306" cy="685799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4877" y="188954"/>
            <a:ext cx="842171" cy="847135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F45FAAC-C329-4D41-86EE-F09A19B73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94370" y="6430998"/>
            <a:ext cx="2743200" cy="365125"/>
          </a:xfrm>
        </p:spPr>
        <p:txBody>
          <a:bodyPr/>
          <a:lstStyle/>
          <a:p>
            <a:fld id="{4B7F9BE2-B59B-40AF-8442-47BAD161B662}" type="slidenum">
              <a:rPr lang="en-US" smtClean="0"/>
              <a:t>3</a:t>
            </a:fld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C552F05-4030-414D-8C9E-7F9CD7917D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6571" y="483119"/>
            <a:ext cx="4950517" cy="758662"/>
          </a:xfrm>
        </p:spPr>
        <p:txBody>
          <a:bodyPr anchor="ctr" anchorCtr="0">
            <a:normAutofit/>
          </a:bodyPr>
          <a:lstStyle/>
          <a:p>
            <a:pPr algn="just"/>
            <a:r>
              <a:rPr lang="en-US" sz="4800" dirty="0">
                <a:solidFill>
                  <a:srgbClr val="1E477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C8A3B40C-DE8A-4FAA-90CA-A3FE3ED12731}"/>
              </a:ext>
            </a:extLst>
          </p:cNvPr>
          <p:cNvSpPr txBox="1">
            <a:spLocks/>
          </p:cNvSpPr>
          <p:nvPr/>
        </p:nvSpPr>
        <p:spPr>
          <a:xfrm>
            <a:off x="1131573" y="1579431"/>
            <a:ext cx="9749308" cy="4014478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Size: 32 Times New Roman (5 to 6 lines per slide)</a:t>
            </a:r>
          </a:p>
        </p:txBody>
      </p:sp>
      <p:sp>
        <p:nvSpPr>
          <p:cNvPr id="15" name="Date Placeholder 1">
            <a:extLst>
              <a:ext uri="{FF2B5EF4-FFF2-40B4-BE49-F238E27FC236}">
                <a16:creationId xmlns:a16="http://schemas.microsoft.com/office/drawing/2014/main" id="{912257C6-0AFB-4FE5-965C-D8E76297B27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4976" y="6421667"/>
            <a:ext cx="4069701" cy="365125"/>
          </a:xfrm>
        </p:spPr>
        <p:txBody>
          <a:bodyPr/>
          <a:lstStyle/>
          <a:p>
            <a:r>
              <a:rPr lang="en-US"/>
              <a:t>Undergraduate Final Year Design Project Presentation (Progress or Final, choose one)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51129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F6243D-AAF0-6B81-E872-7E3FFD0C9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17D1E26-006F-F4AD-D9B0-71D901A3391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495" r="95477"/>
          <a:stretch/>
        </p:blipFill>
        <p:spPr>
          <a:xfrm>
            <a:off x="-179544" y="0"/>
            <a:ext cx="630306" cy="68579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6D60004-0D52-A2A4-6764-9336779E47B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4877" y="188954"/>
            <a:ext cx="842171" cy="847135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B657EF-2759-7CD4-174A-9F3745627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94370" y="6430998"/>
            <a:ext cx="2743200" cy="365125"/>
          </a:xfrm>
        </p:spPr>
        <p:txBody>
          <a:bodyPr/>
          <a:lstStyle/>
          <a:p>
            <a:fld id="{4B7F9BE2-B59B-40AF-8442-47BAD161B662}" type="slidenum">
              <a:rPr lang="en-US" smtClean="0"/>
              <a:t>4</a:t>
            </a:fld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D910A875-021D-7DEE-F91A-CDC5F721DC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6571" y="483119"/>
            <a:ext cx="4950517" cy="758662"/>
          </a:xfrm>
        </p:spPr>
        <p:txBody>
          <a:bodyPr>
            <a:normAutofit/>
          </a:bodyPr>
          <a:lstStyle/>
          <a:p>
            <a:pPr algn="just"/>
            <a:r>
              <a:rPr lang="en-US" sz="4800" dirty="0">
                <a:solidFill>
                  <a:srgbClr val="1E477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391502E8-250A-B006-4180-2179610A2326}"/>
              </a:ext>
            </a:extLst>
          </p:cNvPr>
          <p:cNvSpPr txBox="1">
            <a:spLocks/>
          </p:cNvSpPr>
          <p:nvPr/>
        </p:nvSpPr>
        <p:spPr>
          <a:xfrm>
            <a:off x="1131573" y="1579431"/>
            <a:ext cx="9749308" cy="401447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 specific, measurable (i.e., deliverable), and relevant objectives of your project, using numbered or bulleted text (each bullet (objective) should be a one-liner. 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Also mention the objectives achieved and the ones failed to achieve.</a:t>
            </a:r>
          </a:p>
        </p:txBody>
      </p:sp>
      <p:sp>
        <p:nvSpPr>
          <p:cNvPr id="8" name="Date Placeholder 1">
            <a:extLst>
              <a:ext uri="{FF2B5EF4-FFF2-40B4-BE49-F238E27FC236}">
                <a16:creationId xmlns:a16="http://schemas.microsoft.com/office/drawing/2014/main" id="{B59D4CF5-D220-BAA4-5DE4-2EE05747B8F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4976" y="6421667"/>
            <a:ext cx="4069701" cy="365125"/>
          </a:xfrm>
        </p:spPr>
        <p:txBody>
          <a:bodyPr/>
          <a:lstStyle/>
          <a:p>
            <a:r>
              <a:rPr lang="en-US"/>
              <a:t>FYDP Synopsis Presentation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82599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495" r="95477"/>
          <a:stretch/>
        </p:blipFill>
        <p:spPr>
          <a:xfrm>
            <a:off x="-179544" y="0"/>
            <a:ext cx="630306" cy="685799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4877" y="188954"/>
            <a:ext cx="842171" cy="847135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F45FAAC-C329-4D41-86EE-F09A19B73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94370" y="6430998"/>
            <a:ext cx="2743200" cy="365125"/>
          </a:xfrm>
        </p:spPr>
        <p:txBody>
          <a:bodyPr/>
          <a:lstStyle/>
          <a:p>
            <a:fld id="{4B7F9BE2-B59B-40AF-8442-47BAD161B662}" type="slidenum">
              <a:rPr lang="en-US" smtClean="0"/>
              <a:t>5</a:t>
            </a:fld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C552F05-4030-414D-8C9E-7F9CD7917D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6571" y="483119"/>
            <a:ext cx="4950517" cy="758662"/>
          </a:xfrm>
        </p:spPr>
        <p:txBody>
          <a:bodyPr>
            <a:normAutofit/>
          </a:bodyPr>
          <a:lstStyle/>
          <a:p>
            <a:pPr algn="just"/>
            <a:r>
              <a:rPr lang="en-US" sz="4800" dirty="0">
                <a:solidFill>
                  <a:srgbClr val="1E477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C8A3B40C-DE8A-4FAA-90CA-A3FE3ED12731}"/>
              </a:ext>
            </a:extLst>
          </p:cNvPr>
          <p:cNvSpPr txBox="1">
            <a:spLocks/>
          </p:cNvSpPr>
          <p:nvPr/>
        </p:nvSpPr>
        <p:spPr>
          <a:xfrm>
            <a:off x="1131573" y="1579431"/>
            <a:ext cx="9749308" cy="401447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project summary in this section in the form of key points.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(If it is final presentation, then also discuss the ways in which the comments, made by evaluators from progress presentation, have been addressed.)</a:t>
            </a:r>
          </a:p>
        </p:txBody>
      </p:sp>
      <p:sp>
        <p:nvSpPr>
          <p:cNvPr id="8" name="Date Placeholder 1">
            <a:extLst>
              <a:ext uri="{FF2B5EF4-FFF2-40B4-BE49-F238E27FC236}">
                <a16:creationId xmlns:a16="http://schemas.microsoft.com/office/drawing/2014/main" id="{DEF186A6-5809-4CEC-9AAB-F4C5644DE8C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4976" y="6421667"/>
            <a:ext cx="4069701" cy="365125"/>
          </a:xfrm>
        </p:spPr>
        <p:txBody>
          <a:bodyPr/>
          <a:lstStyle/>
          <a:p>
            <a:r>
              <a:rPr lang="en-US"/>
              <a:t>Undergraduate Final Year Design Project Presentation (Progress or Final, choose one)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2004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A663F-5DD3-3874-60BB-1CC4888C9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9BD8803-5FE3-0478-C919-E5CE146F5E5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495" r="95477"/>
          <a:stretch/>
        </p:blipFill>
        <p:spPr>
          <a:xfrm>
            <a:off x="-179544" y="0"/>
            <a:ext cx="630306" cy="68579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8EB103B-42F2-F44A-2E5A-9AEAC61D5D9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4877" y="188954"/>
            <a:ext cx="842171" cy="847135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5F6D305-09E1-B2A0-AE85-FBDC65AC2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94370" y="6430998"/>
            <a:ext cx="2743200" cy="365125"/>
          </a:xfrm>
        </p:spPr>
        <p:txBody>
          <a:bodyPr/>
          <a:lstStyle/>
          <a:p>
            <a:fld id="{4B7F9BE2-B59B-40AF-8442-47BAD161B662}" type="slidenum">
              <a:rPr lang="en-US" smtClean="0"/>
              <a:t>6</a:t>
            </a:fld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8C49C400-A90D-82D7-6706-37722E30B1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6571" y="483119"/>
            <a:ext cx="4950517" cy="758662"/>
          </a:xfrm>
        </p:spPr>
        <p:txBody>
          <a:bodyPr>
            <a:normAutofit/>
          </a:bodyPr>
          <a:lstStyle/>
          <a:p>
            <a:pPr algn="just"/>
            <a:r>
              <a:rPr lang="en-US" sz="4800" dirty="0">
                <a:solidFill>
                  <a:srgbClr val="1E477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Constraints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BAC6EDBF-997D-F8BC-26BE-517F4EE1DDD4}"/>
              </a:ext>
            </a:extLst>
          </p:cNvPr>
          <p:cNvSpPr txBox="1">
            <a:spLocks/>
          </p:cNvSpPr>
          <p:nvPr/>
        </p:nvSpPr>
        <p:spPr>
          <a:xfrm>
            <a:off x="1131573" y="1579431"/>
            <a:ext cx="9749308" cy="401447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necessary to ensure that the work you are doing has a significant element of design. Furthermore, you must clearly list the design constraints. Design constraints must be achievable.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Open-ended projects are strictly not allowed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  <p:sp>
        <p:nvSpPr>
          <p:cNvPr id="8" name="Date Placeholder 1">
            <a:extLst>
              <a:ext uri="{FF2B5EF4-FFF2-40B4-BE49-F238E27FC236}">
                <a16:creationId xmlns:a16="http://schemas.microsoft.com/office/drawing/2014/main" id="{D374D710-A8F6-54E1-D968-9FC934D9EF5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4976" y="6421667"/>
            <a:ext cx="4069701" cy="365125"/>
          </a:xfrm>
        </p:spPr>
        <p:txBody>
          <a:bodyPr/>
          <a:lstStyle/>
          <a:p>
            <a:r>
              <a:rPr lang="en-US"/>
              <a:t>FYDP Synopsis Presentation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06994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495" r="95477"/>
          <a:stretch/>
        </p:blipFill>
        <p:spPr>
          <a:xfrm>
            <a:off x="-179544" y="0"/>
            <a:ext cx="630306" cy="685799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4877" y="188954"/>
            <a:ext cx="842171" cy="847135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F45FAAC-C329-4D41-86EE-F09A19B73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94370" y="6430998"/>
            <a:ext cx="2743200" cy="365125"/>
          </a:xfrm>
        </p:spPr>
        <p:txBody>
          <a:bodyPr/>
          <a:lstStyle/>
          <a:p>
            <a:fld id="{4B7F9BE2-B59B-40AF-8442-47BAD161B662}" type="slidenum">
              <a:rPr lang="en-US" smtClean="0"/>
              <a:t>7</a:t>
            </a:fld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C552F05-4030-414D-8C9E-7F9CD7917D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6571" y="483119"/>
            <a:ext cx="4950517" cy="758662"/>
          </a:xfrm>
        </p:spPr>
        <p:txBody>
          <a:bodyPr>
            <a:normAutofit/>
          </a:bodyPr>
          <a:lstStyle/>
          <a:p>
            <a:pPr algn="just"/>
            <a:r>
              <a:rPr lang="en-US" sz="4800" dirty="0">
                <a:solidFill>
                  <a:srgbClr val="1E477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C8A3B40C-DE8A-4FAA-90CA-A3FE3ED12731}"/>
              </a:ext>
            </a:extLst>
          </p:cNvPr>
          <p:cNvSpPr txBox="1">
            <a:spLocks/>
          </p:cNvSpPr>
          <p:nvPr/>
        </p:nvSpPr>
        <p:spPr>
          <a:xfrm>
            <a:off x="1131573" y="1579431"/>
            <a:ext cx="9749308" cy="401447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Diagram should be made in either Microsoft Visio or Microsoft Paint. Text in blocks should be written in “Times New Roman” with font size 28.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 can be split into more than one slides but it should be readable.</a:t>
            </a:r>
          </a:p>
        </p:txBody>
      </p:sp>
      <p:sp>
        <p:nvSpPr>
          <p:cNvPr id="8" name="Date Placeholder 1">
            <a:extLst>
              <a:ext uri="{FF2B5EF4-FFF2-40B4-BE49-F238E27FC236}">
                <a16:creationId xmlns:a16="http://schemas.microsoft.com/office/drawing/2014/main" id="{9477C28C-7204-4EB4-9ED0-E6B80B5684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4976" y="6421667"/>
            <a:ext cx="4069701" cy="365125"/>
          </a:xfrm>
        </p:spPr>
        <p:txBody>
          <a:bodyPr/>
          <a:lstStyle/>
          <a:p>
            <a:r>
              <a:rPr lang="en-US"/>
              <a:t>Undergraduate Final Year Design Project Presentation (Progress or Final, choose one)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2683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495" r="95477"/>
          <a:stretch/>
        </p:blipFill>
        <p:spPr>
          <a:xfrm>
            <a:off x="-179544" y="0"/>
            <a:ext cx="630306" cy="685799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4877" y="188954"/>
            <a:ext cx="842171" cy="847135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F45FAAC-C329-4D41-86EE-F09A19B73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94370" y="6430998"/>
            <a:ext cx="2743200" cy="365125"/>
          </a:xfrm>
        </p:spPr>
        <p:txBody>
          <a:bodyPr/>
          <a:lstStyle/>
          <a:p>
            <a:fld id="{4B7F9BE2-B59B-40AF-8442-47BAD161B662}" type="slidenum">
              <a:rPr lang="en-US" smtClean="0"/>
              <a:t>8</a:t>
            </a:fld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C552F05-4030-414D-8C9E-7F9CD7917D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6571" y="483119"/>
            <a:ext cx="4950517" cy="758662"/>
          </a:xfrm>
        </p:spPr>
        <p:txBody>
          <a:bodyPr>
            <a:normAutofit/>
          </a:bodyPr>
          <a:lstStyle/>
          <a:p>
            <a:pPr algn="just"/>
            <a:r>
              <a:rPr lang="en-US" sz="4800" dirty="0">
                <a:solidFill>
                  <a:srgbClr val="1E477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C8A3B40C-DE8A-4FAA-90CA-A3FE3ED12731}"/>
              </a:ext>
            </a:extLst>
          </p:cNvPr>
          <p:cNvSpPr txBox="1">
            <a:spLocks/>
          </p:cNvSpPr>
          <p:nvPr/>
        </p:nvSpPr>
        <p:spPr>
          <a:xfrm>
            <a:off x="1131573" y="1579431"/>
            <a:ext cx="9749308" cy="401447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pics or video showing results. Could be waveforms, graphs, or in a format you think that’s suitable.</a:t>
            </a:r>
          </a:p>
        </p:txBody>
      </p:sp>
      <p:sp>
        <p:nvSpPr>
          <p:cNvPr id="8" name="Date Placeholder 1">
            <a:extLst>
              <a:ext uri="{FF2B5EF4-FFF2-40B4-BE49-F238E27FC236}">
                <a16:creationId xmlns:a16="http://schemas.microsoft.com/office/drawing/2014/main" id="{023D97C8-C563-4726-BFEE-E11FFAF519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4976" y="6421667"/>
            <a:ext cx="4069701" cy="365125"/>
          </a:xfrm>
        </p:spPr>
        <p:txBody>
          <a:bodyPr/>
          <a:lstStyle/>
          <a:p>
            <a:r>
              <a:rPr lang="en-US"/>
              <a:t>Undergraduate Final Year Design Project Presentation (Progress or Final, choose one)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66253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495" r="95477"/>
          <a:stretch/>
        </p:blipFill>
        <p:spPr>
          <a:xfrm>
            <a:off x="-179544" y="0"/>
            <a:ext cx="630306" cy="685799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4877" y="188954"/>
            <a:ext cx="842171" cy="847135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F45FAAC-C329-4D41-86EE-F09A19B73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94370" y="6430998"/>
            <a:ext cx="2743200" cy="365125"/>
          </a:xfrm>
        </p:spPr>
        <p:txBody>
          <a:bodyPr/>
          <a:lstStyle/>
          <a:p>
            <a:fld id="{4B7F9BE2-B59B-40AF-8442-47BAD161B662}" type="slidenum">
              <a:rPr lang="en-US" smtClean="0"/>
              <a:t>9</a:t>
            </a:fld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C552F05-4030-414D-8C9E-7F9CD7917D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6571" y="483119"/>
            <a:ext cx="6816447" cy="758662"/>
          </a:xfrm>
        </p:spPr>
        <p:txBody>
          <a:bodyPr>
            <a:normAutofit fontScale="90000"/>
          </a:bodyPr>
          <a:lstStyle/>
          <a:p>
            <a:pPr algn="just"/>
            <a:r>
              <a:rPr lang="en-US" sz="4800" dirty="0">
                <a:solidFill>
                  <a:srgbClr val="1E477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FPGA Implementation Video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C8A3B40C-DE8A-4FAA-90CA-A3FE3ED12731}"/>
              </a:ext>
            </a:extLst>
          </p:cNvPr>
          <p:cNvSpPr txBox="1">
            <a:spLocks/>
          </p:cNvSpPr>
          <p:nvPr/>
        </p:nvSpPr>
        <p:spPr>
          <a:xfrm>
            <a:off x="1131573" y="1579431"/>
            <a:ext cx="9749308" cy="127460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video showing FPGA executing pipelined processor running a sorting algorithm</a:t>
            </a:r>
          </a:p>
        </p:txBody>
      </p:sp>
      <p:sp>
        <p:nvSpPr>
          <p:cNvPr id="8" name="Date Placeholder 1">
            <a:extLst>
              <a:ext uri="{FF2B5EF4-FFF2-40B4-BE49-F238E27FC236}">
                <a16:creationId xmlns:a16="http://schemas.microsoft.com/office/drawing/2014/main" id="{F4EF608B-7758-43C6-9B7F-4B006BA143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4976" y="6421667"/>
            <a:ext cx="4069701" cy="365125"/>
          </a:xfrm>
        </p:spPr>
        <p:txBody>
          <a:bodyPr/>
          <a:lstStyle/>
          <a:p>
            <a:r>
              <a:rPr lang="en-US"/>
              <a:t>Undergraduate Final Year Design Project Presentation (Progress or Final, choose one)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95739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235</TotalTime>
  <Words>405</Words>
  <Application>Microsoft Office PowerPoint</Application>
  <PresentationFormat>Widescreen</PresentationFormat>
  <Paragraphs>54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Title</vt:lpstr>
      <vt:lpstr>Group Introduction</vt:lpstr>
      <vt:lpstr>Problem Statement</vt:lpstr>
      <vt:lpstr>Objectives</vt:lpstr>
      <vt:lpstr>Proposed Solution</vt:lpstr>
      <vt:lpstr>Design Constraints</vt:lpstr>
      <vt:lpstr>Block Diagram</vt:lpstr>
      <vt:lpstr>Results</vt:lpstr>
      <vt:lpstr>FPGA Implementation Video</vt:lpstr>
    </vt:vector>
  </TitlesOfParts>
  <Company>EED UET Lahore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the  Department of  Electrical Engineering UET Lahore  Prof. Dr. Tahir Izhar (Chairman)</dc:title>
  <dc:creator>Alinspiron</dc:creator>
  <cp:lastModifiedBy>Rehan Naeem</cp:lastModifiedBy>
  <cp:revision>132</cp:revision>
  <dcterms:created xsi:type="dcterms:W3CDTF">2016-09-27T20:20:47Z</dcterms:created>
  <dcterms:modified xsi:type="dcterms:W3CDTF">2026-06-10T18:05:07Z</dcterms:modified>
</cp:coreProperties>
</file>